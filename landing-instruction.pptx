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ou, Yuding (NSB - CN/Chengdu)" initials="ZY(-C" lastIdx="1" clrIdx="0">
    <p:extLst>
      <p:ext uri="{19B8F6BF-5375-455C-9EA6-DF929625EA0E}">
        <p15:presenceInfo xmlns:p15="http://schemas.microsoft.com/office/powerpoint/2012/main" userId="S-1-5-21-1593251271-2640304127-1825641215-133051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69" autoAdjust="0"/>
    <p:restoredTop sz="94335" autoAdjust="0"/>
  </p:normalViewPr>
  <p:slideViewPr>
    <p:cSldViewPr snapToGrid="0">
      <p:cViewPr varScale="1">
        <p:scale>
          <a:sx n="55" d="100"/>
          <a:sy n="55" d="100"/>
        </p:scale>
        <p:origin x="44" y="3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3-05T16:18:55.607" idx="1">
    <p:pos x="3811" y="1323"/>
    <p:text>http://1wds.ca/ourrates/our-rate-services/</p:text>
    <p:extLst>
      <p:ext uri="{C676402C-5697-4E1C-873F-D02D1690AC5C}">
        <p15:threadingInfo xmlns:p15="http://schemas.microsoft.com/office/powerpoint/2012/main" timeZoneBias="-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24BC0-D3FB-4457-A5B8-D6DD94628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75E1B-B85D-4E3E-9FE8-645D3F86D5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24665-2AC2-4570-AAA0-2CD9CDD34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EC592-2790-4C6D-B565-4F713A5045B1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EB1B0-BA25-496B-89D3-742CB4B11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9347D-9F70-4050-9C56-1AFC5645F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9BC6-289B-4A60-AC37-66FD3A15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483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2EF87-A1BB-49EE-AFF2-F425F0A58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EE1A3-D424-46BB-AE1C-0A9F7359D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989FE-B018-4D9B-BA7A-BB0C3FC4F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EC592-2790-4C6D-B565-4F713A5045B1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2C338-9A4D-4F9F-B22C-FC70F4F6F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FC348-30AF-474E-87CB-AF38A8A56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9BC6-289B-4A60-AC37-66FD3A15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21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51E00-5BE3-4F17-9CF6-7CCBB0ACE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6958D-227B-468D-BD92-D29FDEA5B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34988-924D-47C6-80E9-4DF26E049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EC592-2790-4C6D-B565-4F713A5045B1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C1689-1B6E-4FA0-80A4-D4390E47E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FB3E9-E6EE-4BEC-BE74-104C51BEE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9BC6-289B-4A60-AC37-66FD3A15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779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A1CF4-74C3-4D88-A102-15B01BF99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81BCC-2383-4A74-944E-AA7D700A2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9AC05-5554-4965-B21C-745BA823F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638C2D-13F5-4CA4-BEB1-27BC505AB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EC592-2790-4C6D-B565-4F713A5045B1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9F779-D34E-4C6A-95F9-37B77D7F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0E7EF-E8BE-4034-88AA-4D0C35165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9BC6-289B-4A60-AC37-66FD3A15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63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DEF0-E239-41D8-9D46-1EEF4A30B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24A49-BB56-4401-8729-259550556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35C03-6843-4FD8-B858-D7CC3D07E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B42BB3-D4DB-4184-867D-2A98AFC48E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ECD3DD-B0FC-41DD-B44D-8DA482C0A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5076D7-3BEF-45E9-91ED-1F2C1C52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EC592-2790-4C6D-B565-4F713A5045B1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0D19AC-ACF4-424A-AF1F-7B24FEFDB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2EE509-1CE1-4C9D-A9E6-7524AEF7C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9BC6-289B-4A60-AC37-66FD3A15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29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2C506-87FE-4C9F-B34F-5362B357D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A1D79C-2D09-41A6-A471-BD02FBCDC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EC592-2790-4C6D-B565-4F713A5045B1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D267F-F9FF-4F1E-8446-1F43DADE0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882F23-00F5-4E88-9395-9AD0ABCC6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9BC6-289B-4A60-AC37-66FD3A15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07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DDE170-0C06-4ADA-ACD9-4A06F2D76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EC592-2790-4C6D-B565-4F713A5045B1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4F0242-7776-4393-A140-EB3792DC4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577C1-DE2F-4E78-87E2-0211B265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9BC6-289B-4A60-AC37-66FD3A15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92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89800-AEBB-43D3-874E-F533E89D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79F78-31EB-446B-BCBC-AA3D8C906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EF507-ABBE-4582-AC39-BF48D60E2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884E5-493E-44FA-876E-FE46557CC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EC592-2790-4C6D-B565-4F713A5045B1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EEB85-0848-4F44-A0E1-FCE959133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3B95-C88E-42E4-95CE-C589FCD78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9BC6-289B-4A60-AC37-66FD3A15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508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035EB-6F2D-4A71-9DA6-545312A89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46CD8D-393F-4CDF-A048-065667261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BE088D-ED69-49A9-8126-4016F4F8D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65F18-6994-447D-AE42-E367550B8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EC592-2790-4C6D-B565-4F713A5045B1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FEC39-0868-41C8-B03D-3F2546D52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C6DEB-966D-4714-938B-E5632C485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9BC6-289B-4A60-AC37-66FD3A15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41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C183E-0C58-4396-A66A-8F54F8B85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98770-F98B-4944-9BAD-1E23715D03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F07DC-F247-4C9D-8E67-2F5D0657B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EC592-2790-4C6D-B565-4F713A5045B1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E0425-4EF6-47CD-9703-E4B581442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944C6-C214-4358-ADD3-355025A4F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9BC6-289B-4A60-AC37-66FD3A15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15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E47F84-26D3-4267-9C2B-6CB4B51ED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0BE0F2-A957-400A-89F5-E0C981F3D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EB09C-8B51-47BC-B3DB-C3480CA56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EC592-2790-4C6D-B565-4F713A5045B1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B8519-536C-4C51-88A5-581EEFBC2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EB6AF-4570-44F0-9720-5BB2C5AF2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9BC6-289B-4A60-AC37-66FD3A15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07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259B66-1F93-4350-8075-FECC1CF7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7F042-7074-4EA6-9091-404442732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81C60-E2AF-43BF-8B0D-94642E8FA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EC592-2790-4C6D-B565-4F713A5045B1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AC1D1-15E6-4E51-82E8-FEAC1153CF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EE1DA-1888-4D31-9B19-E28C49F69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19BC6-289B-4A60-AC37-66FD3A154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60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EC360D-EFAB-4933-AF7D-41EC931B4DFC}"/>
              </a:ext>
            </a:extLst>
          </p:cNvPr>
          <p:cNvSpPr/>
          <p:nvPr/>
        </p:nvSpPr>
        <p:spPr>
          <a:xfrm>
            <a:off x="1627322" y="73890"/>
            <a:ext cx="1753187" cy="456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Study SK driver’s handbook</a:t>
            </a:r>
          </a:p>
          <a:p>
            <a:pPr algn="ctr"/>
            <a:r>
              <a:rPr lang="en-US" sz="1000" dirty="0"/>
              <a:t>Take Practice Quiz online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273B1184-5CA0-4EA7-A1E8-739CE9D282BE}"/>
              </a:ext>
            </a:extLst>
          </p:cNvPr>
          <p:cNvSpPr/>
          <p:nvPr/>
        </p:nvSpPr>
        <p:spPr>
          <a:xfrm>
            <a:off x="1627321" y="697015"/>
            <a:ext cx="1753188" cy="62058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Knowledge exam/sign exam/ vision test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9A91B7-0750-4F81-809E-C3E032A3E8B5}"/>
              </a:ext>
            </a:extLst>
          </p:cNvPr>
          <p:cNvSpPr/>
          <p:nvPr/>
        </p:nvSpPr>
        <p:spPr>
          <a:xfrm>
            <a:off x="1627322" y="2167800"/>
            <a:ext cx="1753188" cy="456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6H in-class training</a:t>
            </a:r>
          </a:p>
          <a:p>
            <a:pPr algn="ctr"/>
            <a:r>
              <a:rPr lang="en-US" sz="1000" dirty="0"/>
              <a:t>6H in-car training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DC6A605C-C692-4E24-B661-6A52126A4BEB}"/>
              </a:ext>
            </a:extLst>
          </p:cNvPr>
          <p:cNvSpPr/>
          <p:nvPr/>
        </p:nvSpPr>
        <p:spPr>
          <a:xfrm>
            <a:off x="1627322" y="2797609"/>
            <a:ext cx="1753188" cy="62058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Held C7 license for 9M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9D2221-59B4-41EA-9619-20E50CF7032C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2503915" y="530411"/>
            <a:ext cx="1" cy="166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B285A20-913F-4190-8854-213DCE761CBF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2503916" y="2624321"/>
            <a:ext cx="0" cy="173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iamond 30">
            <a:extLst>
              <a:ext uri="{FF2B5EF4-FFF2-40B4-BE49-F238E27FC236}">
                <a16:creationId xmlns:a16="http://schemas.microsoft.com/office/drawing/2014/main" id="{B462E2EA-5EAE-4817-8F66-6A2180C24932}"/>
              </a:ext>
            </a:extLst>
          </p:cNvPr>
          <p:cNvSpPr/>
          <p:nvPr/>
        </p:nvSpPr>
        <p:spPr>
          <a:xfrm>
            <a:off x="1627321" y="3591481"/>
            <a:ext cx="1753188" cy="62058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Road test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32B8408-C10F-4E6F-BA18-0CC4913C2C93}"/>
              </a:ext>
            </a:extLst>
          </p:cNvPr>
          <p:cNvCxnSpPr>
            <a:cxnSpLocks/>
            <a:stCxn id="11" idx="2"/>
            <a:endCxn id="31" idx="0"/>
          </p:cNvCxnSpPr>
          <p:nvPr/>
        </p:nvCxnSpPr>
        <p:spPr>
          <a:xfrm flipH="1">
            <a:off x="2503915" y="3418193"/>
            <a:ext cx="1" cy="173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4C451AC0-78BF-4079-A374-931BCB852080}"/>
              </a:ext>
            </a:extLst>
          </p:cNvPr>
          <p:cNvSpPr/>
          <p:nvPr/>
        </p:nvSpPr>
        <p:spPr>
          <a:xfrm>
            <a:off x="1627321" y="4419924"/>
            <a:ext cx="1753188" cy="456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Class 5 novice 1 license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1E8E860-D14F-459A-B13F-0343806E3FDF}"/>
              </a:ext>
            </a:extLst>
          </p:cNvPr>
          <p:cNvCxnSpPr>
            <a:stCxn id="31" idx="2"/>
            <a:endCxn id="35" idx="0"/>
          </p:cNvCxnSpPr>
          <p:nvPr/>
        </p:nvCxnSpPr>
        <p:spPr>
          <a:xfrm>
            <a:off x="2503915" y="4212065"/>
            <a:ext cx="0" cy="207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5167AA3-C62F-4AC4-A7DE-51E79650F5FC}"/>
              </a:ext>
            </a:extLst>
          </p:cNvPr>
          <p:cNvSpPr/>
          <p:nvPr/>
        </p:nvSpPr>
        <p:spPr>
          <a:xfrm>
            <a:off x="1627321" y="1514022"/>
            <a:ext cx="1753188" cy="456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Class 7 license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F2F6816-3F57-4A86-9450-E577711DF55E}"/>
              </a:ext>
            </a:extLst>
          </p:cNvPr>
          <p:cNvCxnSpPr>
            <a:stCxn id="7" idx="2"/>
            <a:endCxn id="38" idx="0"/>
          </p:cNvCxnSpPr>
          <p:nvPr/>
        </p:nvCxnSpPr>
        <p:spPr>
          <a:xfrm>
            <a:off x="2503915" y="1317599"/>
            <a:ext cx="0" cy="196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66FD324-3CCE-46EE-9726-D9ECF09FD616}"/>
              </a:ext>
            </a:extLst>
          </p:cNvPr>
          <p:cNvCxnSpPr>
            <a:stCxn id="38" idx="2"/>
            <a:endCxn id="10" idx="0"/>
          </p:cNvCxnSpPr>
          <p:nvPr/>
        </p:nvCxnSpPr>
        <p:spPr>
          <a:xfrm>
            <a:off x="2503915" y="1970543"/>
            <a:ext cx="1" cy="197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0D345F3-3427-4BC2-A6FA-955563F3FF3E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2503915" y="4876445"/>
            <a:ext cx="0" cy="195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9B2513D0-8784-4F05-9A69-57648F05B73A}"/>
              </a:ext>
            </a:extLst>
          </p:cNvPr>
          <p:cNvSpPr/>
          <p:nvPr/>
        </p:nvSpPr>
        <p:spPr>
          <a:xfrm>
            <a:off x="1627321" y="5084304"/>
            <a:ext cx="1753188" cy="456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6M practice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CD220ED-940C-4890-BB7A-FBA4A28A8FE3}"/>
              </a:ext>
            </a:extLst>
          </p:cNvPr>
          <p:cNvSpPr/>
          <p:nvPr/>
        </p:nvSpPr>
        <p:spPr>
          <a:xfrm>
            <a:off x="1627321" y="5748684"/>
            <a:ext cx="1753188" cy="456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Class 5 novice 2 license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95766CF-7844-46CE-BCF8-43BD288EE423}"/>
              </a:ext>
            </a:extLst>
          </p:cNvPr>
          <p:cNvSpPr/>
          <p:nvPr/>
        </p:nvSpPr>
        <p:spPr>
          <a:xfrm>
            <a:off x="1627321" y="6318352"/>
            <a:ext cx="1753188" cy="456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12M incident free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AB3A4C-1E33-495A-B7A2-4028537EE780}"/>
              </a:ext>
            </a:extLst>
          </p:cNvPr>
          <p:cNvSpPr/>
          <p:nvPr/>
        </p:nvSpPr>
        <p:spPr>
          <a:xfrm>
            <a:off x="3774775" y="6318351"/>
            <a:ext cx="1753188" cy="456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Class 5 license</a:t>
            </a:r>
          </a:p>
        </p:txBody>
      </p:sp>
      <p:sp>
        <p:nvSpPr>
          <p:cNvPr id="64" name="Rectangle: Diagonal Corners Snipped 63">
            <a:extLst>
              <a:ext uri="{FF2B5EF4-FFF2-40B4-BE49-F238E27FC236}">
                <a16:creationId xmlns:a16="http://schemas.microsoft.com/office/drawing/2014/main" id="{40E8BF08-8F98-4D62-BF11-7731D172DE92}"/>
              </a:ext>
            </a:extLst>
          </p:cNvPr>
          <p:cNvSpPr/>
          <p:nvPr/>
        </p:nvSpPr>
        <p:spPr>
          <a:xfrm>
            <a:off x="4507345" y="711924"/>
            <a:ext cx="1542473" cy="594239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Cost 25$+25$</a:t>
            </a:r>
          </a:p>
        </p:txBody>
      </p:sp>
      <p:sp>
        <p:nvSpPr>
          <p:cNvPr id="67" name="Rectangle: Diagonal Corners Snipped 66">
            <a:extLst>
              <a:ext uri="{FF2B5EF4-FFF2-40B4-BE49-F238E27FC236}">
                <a16:creationId xmlns:a16="http://schemas.microsoft.com/office/drawing/2014/main" id="{5855E701-0C1A-43FB-AB72-A44BF03D4277}"/>
              </a:ext>
            </a:extLst>
          </p:cNvPr>
          <p:cNvSpPr/>
          <p:nvPr/>
        </p:nvSpPr>
        <p:spPr>
          <a:xfrm>
            <a:off x="4507344" y="2100716"/>
            <a:ext cx="1542473" cy="594239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Cost  6 &amp; 6 Package is $520 (Winter special discount)</a:t>
            </a:r>
          </a:p>
        </p:txBody>
      </p:sp>
    </p:spTree>
    <p:extLst>
      <p:ext uri="{BB962C8B-B14F-4D97-AF65-F5344CB8AC3E}">
        <p14:creationId xmlns:p14="http://schemas.microsoft.com/office/powerpoint/2010/main" val="1283455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68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Zhou, Yuding (NSB - CN/Chengdu)</dc:creator>
  <cp:lastModifiedBy>Zhou, Yuding (NSB - CN/Chengdu)</cp:lastModifiedBy>
  <cp:revision>6</cp:revision>
  <dcterms:created xsi:type="dcterms:W3CDTF">2019-03-05T03:01:24Z</dcterms:created>
  <dcterms:modified xsi:type="dcterms:W3CDTF">2019-03-05T08:19:39Z</dcterms:modified>
</cp:coreProperties>
</file>